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A 3 Space Explorati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A 3 Space Explorati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a 3 Space Explorati.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A 3 Space Explorati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