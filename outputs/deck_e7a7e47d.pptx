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Sdfd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Sdfd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sdfd.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Sdfd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sdfd.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