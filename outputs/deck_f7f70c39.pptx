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  <a:latin typeface="Arial"/>
              </a:defRPr>
            </a:pPr>
            <a:r>
              <a:t>A 4-    A   Photosynthesis</a:t>
            </a:r>
          </a:p>
          <a:p>
            <a:pPr>
              <a:spcBef>
                <a:spcPts val="1400"/>
              </a:spcBef>
              <a:defRPr sz="2200">
                <a:solidFill>
                  <a:srgbClr val="94A3B8"/>
                </a:solidFill>
                <a:latin typeface="Arial"/>
              </a:defRPr>
            </a:pPr>
            <a:r>
              <a:t>AI Generated Presentation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Generated by Trainable PowerPoint AI 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Introduction to A 4-    A   Photosynthesis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Overview of core concepts and objectives in a 4-    a   photosynthesis.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Key focus areas and strategic priorities.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Scope of presentation and expected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Key Pillars of A 4-    A   Photosynthesis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1: Core foundational capabilities.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2: Operational efficiency and speed.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3: Long-term value creation.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Market Impact &amp;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828800"/>
            <a:ext cx="45720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400" b="1">
                <a:solidFill>
                  <a:srgbClr val="38BDF8"/>
                </a:solidFill>
              </a:defRPr>
            </a:pPr>
            <a:r>
              <a:t>4.8x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1F5F9"/>
                </a:solidFill>
              </a:defRPr>
            </a:pPr>
            <a:r>
              <a:t>Accelerated Growth 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Measurable impact across target segments.</a:t>
            </a:r>
          </a:p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Improved decision making and adoption rates.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Summary of key findings and recommendations.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Immediate action items for implementation.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Q&amp;A and contact details.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