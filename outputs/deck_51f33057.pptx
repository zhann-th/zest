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3716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2011680"/>
            <a:ext cx="10362895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4400" b="1">
                <a:solidFill>
                  <a:srgbClr val="38BDF8"/>
                </a:solidFill>
                <a:latin typeface="Arial"/>
              </a:defRPr>
            </a:pPr>
            <a:r>
              <a:t>Photosyntesis</a:t>
            </a:r>
          </a:p>
          <a:p>
            <a:pPr>
              <a:spcBef>
                <a:spcPts val="1400"/>
              </a:spcBef>
              <a:defRPr sz="2200">
                <a:solidFill>
                  <a:srgbClr val="94A3B8"/>
                </a:solidFill>
                <a:latin typeface="Arial"/>
              </a:defRPr>
            </a:pPr>
            <a:r>
              <a:t>AI Generated Presentation Deck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5943600"/>
            <a:ext cx="1036289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200">
                <a:solidFill>
                  <a:srgbClr val="94A3B8"/>
                </a:solidFill>
              </a:defRPr>
            </a:pPr>
            <a:r>
              <a:t>Generated by Trainable PowerPoint AI Studio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Introduction to Photosyntesis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Overview of core concepts and objectives in photosyntesis.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Key focus areas and strategic priorities.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Scope of presentation and expected outcomes.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Key Pillars of Photosyntesis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1: Core foundational capabilities.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2: Operational efficiency and speed.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Pillar 3: Long-term value creation.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Market Impact &amp; Data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05840" y="1828800"/>
            <a:ext cx="4572000" cy="4114800"/>
          </a:xfrm>
          <a:prstGeom prst="roundRect">
            <a:avLst/>
          </a:prstGeom>
          <a:solidFill>
            <a:srgbClr val="1E293B"/>
          </a:solidFill>
          <a:ln>
            <a:solidFill>
              <a:srgbClr val="38BDF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5400" b="1">
                <a:solidFill>
                  <a:srgbClr val="38BDF8"/>
                </a:solidFill>
              </a:defRPr>
            </a:pPr>
            <a:r>
              <a:t>4.8x</a:t>
            </a:r>
          </a:p>
          <a:p>
            <a:pPr algn="ctr">
              <a:spcBef>
                <a:spcPts val="1200"/>
              </a:spcBef>
              <a:defRPr sz="1800">
                <a:solidFill>
                  <a:srgbClr val="F1F5F9"/>
                </a:solidFill>
              </a:defRPr>
            </a:pPr>
            <a:r>
              <a:t>Accelerated Growth Factor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0" y="18288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Measurable impact across target segments.</a:t>
            </a:r>
          </a:p>
          <a:p>
            <a:pPr>
              <a:spcBef>
                <a:spcPts val="1000"/>
              </a:spcBef>
              <a:defRPr sz="1800">
                <a:solidFill>
                  <a:srgbClr val="F1F5F9"/>
                </a:solidFill>
              </a:defRPr>
            </a:pPr>
            <a:r>
              <a:t>• Improved decision making and adoption rates.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31520" y="731520"/>
            <a:ext cx="109728" cy="640080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05840" y="64008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38BDF8"/>
                </a:solidFill>
                <a:latin typeface="Arial"/>
              </a:defRPr>
            </a:pPr>
            <a:r>
              <a:t>Conclusion &amp; Next Steps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05840" y="1828800"/>
            <a:ext cx="1005840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Summary of key findings and recommendations.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Immediate action items for implementation.</a:t>
            </a:r>
          </a:p>
          <a:p>
            <a:pPr>
              <a:spcBef>
                <a:spcPts val="1400"/>
              </a:spcBef>
              <a:defRPr sz="2000">
                <a:solidFill>
                  <a:srgbClr val="F1F5F9"/>
                </a:solidFill>
                <a:latin typeface="Arial"/>
              </a:defRPr>
            </a:pPr>
            <a:r>
              <a:t>• Q&amp;A and contact details.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