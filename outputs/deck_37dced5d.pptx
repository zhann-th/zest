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Xyz Abc 123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Xyz Abc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xyz abc 123.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Xyz Abc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xyz abc 123.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