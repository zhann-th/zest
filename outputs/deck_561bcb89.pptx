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38BDF8"/>
                </a:solidFill>
                <a:latin typeface="Arial"/>
              </a:defRPr>
            </a:pPr>
            <a:r>
              <a:t>Прискусственный Интеллект На</a:t>
            </a:r>
          </a:p>
          <a:p>
            <a:pPr>
              <a:spcBef>
                <a:spcPts val="1400"/>
              </a:spcBef>
              <a:defRPr sz="2200">
                <a:solidFill>
                  <a:srgbClr val="94A3B8"/>
                </a:solidFill>
                <a:latin typeface="Arial"/>
              </a:defRPr>
            </a:pPr>
            <a:r>
              <a:t>AI Generated Presentation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Generated by PPTX AI Studio — Trainable Presentation Engine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09728" cy="6400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640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Arial"/>
              </a:defRPr>
            </a:pPr>
            <a:r>
              <a:t>Introduction to Прискусственный Интеллект На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Overview of core concepts and objectives in прискусственный интеллект на.</a:t>
            </a:r>
          </a:p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Key focus areas and strategic priorities.</a:t>
            </a:r>
          </a:p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Scope of presentation and expected outcomes.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09728" cy="6400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640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Arial"/>
              </a:defRPr>
            </a:pPr>
            <a:r>
              <a:t>Key Pillars of Прискусственный Интеллект На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Pillar 1: Core foundational capabilities.</a:t>
            </a:r>
          </a:p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Pillar 2: Operational efficiency and speed.</a:t>
            </a:r>
          </a:p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Pillar 3: Long-term value creation.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09728" cy="6400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640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Arial"/>
              </a:defRPr>
            </a:pPr>
            <a:r>
              <a:t>Market Impact &amp; Data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" y="1828800"/>
            <a:ext cx="457200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5400" b="1">
                <a:solidFill>
                  <a:srgbClr val="38BDF8"/>
                </a:solidFill>
              </a:defRPr>
            </a:pPr>
            <a:r>
              <a:t>4.8x</a:t>
            </a:r>
          </a:p>
          <a:p>
            <a:pPr algn="ctr">
              <a:spcBef>
                <a:spcPts val="1200"/>
              </a:spcBef>
              <a:defRPr sz="1800">
                <a:solidFill>
                  <a:srgbClr val="F1F5F9"/>
                </a:solidFill>
              </a:defRPr>
            </a:pPr>
            <a:r>
              <a:t>Accelerated Growth Factor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182880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0"/>
              </a:spcBef>
              <a:defRPr sz="1800">
                <a:solidFill>
                  <a:srgbClr val="F1F5F9"/>
                </a:solidFill>
              </a:defRPr>
            </a:pPr>
            <a:r>
              <a:t>• Measurable impact across target segments.</a:t>
            </a:r>
          </a:p>
          <a:p>
            <a:pPr>
              <a:spcBef>
                <a:spcPts val="1000"/>
              </a:spcBef>
              <a:defRPr sz="1800">
                <a:solidFill>
                  <a:srgbClr val="F1F5F9"/>
                </a:solidFill>
              </a:defRPr>
            </a:pPr>
            <a:r>
              <a:t>• Improved decision making and adoption rates.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09728" cy="6400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640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Arial"/>
              </a:defRPr>
            </a:pPr>
            <a:r>
              <a:t>Conclusion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Summary of key findings for прискусственный интеллект на.</a:t>
            </a:r>
          </a:p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Recommended strategic execution path.</a:t>
            </a:r>
          </a:p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Q&amp;A and contact details.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