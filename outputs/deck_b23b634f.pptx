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Something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AI Generated Presentation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PPTX AI Studio — Trainable Presentation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Не удалось сгенерировать: Something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ОШИБКА: Запустите Ollama!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Убедитесь, что Ollama установлена и модель скачана (ollama run llama3.1).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Пустой слайд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Пустой слайд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Пустой слайд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