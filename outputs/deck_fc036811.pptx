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 4-   Photosyntesis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A 4-   Photosyntesis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a 4-   photosyntesis.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A 4-   Photosyntesis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and recommendations.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Immediate action items for implementation.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