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Space Explorati</a:t>
            </a:r>
          </a:p>
          <a:p>
            <a:pPr>
              <a:spcBef>
                <a:spcPts val="1400"/>
              </a:spcBef>
              <a:defRPr sz="2200">
                <a:solidFill>
                  <a:srgbClr val="94A3B8"/>
                </a:solidFill>
                <a:latin typeface="Arial"/>
              </a:defRPr>
            </a:pPr>
            <a:r>
              <a:t>AI Generated Presentation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Generated by PPTX AI Studio — Trainable Presentation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Introduction to Space Explorati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Overview of core concepts and objectives in Space Explorati.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Key focus areas and strategic priorities.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Scope of presentation and expected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Key Pillars of Space Explorati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1: Core foundational capabilities.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2: Operational efficiency and speed.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3: Long-term value creation.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Market Impact &amp;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45720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400" b="1">
                <a:solidFill>
                  <a:srgbClr val="38BDF8"/>
                </a:solidFill>
              </a:defRPr>
            </a:pPr>
            <a:r>
              <a:t>4.8x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Accelerated Growth 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Measurable impact across target segments.</a:t>
            </a:r>
          </a:p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Improved decision making and adoption rates.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