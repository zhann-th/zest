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Test Presentation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A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42%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C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