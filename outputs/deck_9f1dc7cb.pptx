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Компьютер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PPTX AI Studio — Trainable Presentation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Компьютер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Компьютер.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Компьютер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for Компьютер.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Recommended strategic execution path.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