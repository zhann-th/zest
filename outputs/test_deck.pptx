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AI &amp; Future Tech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Automated PowerPoint Generation Test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Trainable PowerPoint AI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AI Technology Trends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Neural networks evolution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Real-time AI agent capabilities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Automated document generation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Adoption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+140%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Enterprise AI Adoption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Increased productivity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Cost savings across operations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