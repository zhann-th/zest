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Presentation: The  For Artificial Intelligence In Medicine And  A 3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Generated with Live Web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Trainable PowerPoint AI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Overview of The  For Artificial Intelligence In Medicine And  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Comprehensive topic analysis for the  for artificial intelligence in medicine and  a 3.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insights gathered from industry research.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Strategic implications and future outlook.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