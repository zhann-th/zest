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Test Presentation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Bullet A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Bullet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42%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Bullet C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Bullet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Col1-A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Col1-B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Col2-A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Col2-B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Added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1F5F9"/>
                </a:solidFill>
              </a:defRPr>
            </a:pPr>
            <a:r>
              <a:t>• New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