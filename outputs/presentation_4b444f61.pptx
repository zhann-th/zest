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Фотосинтез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with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Фотосинтез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insights and analysis for Фотосинтез.</a:t>
            </a:r>
          </a:p>
          <a:p>
            <a:r>
              <a:t>Market trends and strategic implications.</a:t>
            </a:r>
          </a:p>
          <a:p>
            <a:r>
              <a:t>Future outlook and growth projections.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