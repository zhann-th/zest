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Pitch Deck Deck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Generated using trained AI template (modern_dark theme)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Current industry bottlenecks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Unmet market needs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Pain points experienced by target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Innovative AI-powered platform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value proposition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Core competitive advantages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$50B+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Total Addressable Market size by 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Rapid industry growth rate of 24% YoY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Expanding global target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Subscription / SaaS revenue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Enterprise licensing tiers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High margin unit economics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