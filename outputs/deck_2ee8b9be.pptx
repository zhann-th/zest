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Искусственный Интеллект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Искусственный Интеллект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искусственный интеллект.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Искусственный Интеллект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искусственный интеллект.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