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Dfnmb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Не удалось сгенерировать: dfnmb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ОШИБКА: Запустите Ollama!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Убедитесь, что Ollama установлена и модель скачана (ollama run llama3.1).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Пустой слайд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Пустой слайд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Пустой слайд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