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I Want To  A Powerpoint  Photosyntes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I Want To  A Powerpoint  Photosyntes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I want to  a powerpoint  photosyntes.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I Want To  A Powerpoint  Photosyntes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and recommendations.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Immediate action items for implementation.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