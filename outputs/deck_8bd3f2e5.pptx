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38BDF8"/>
                </a:solidFill>
                <a:latin typeface="Arial"/>
              </a:defRPr>
            </a:pPr>
            <a:r>
              <a:t>Presentation: Build   Using Extracted   Facts For Photosyntesis</a:t>
            </a:r>
          </a:p>
          <a:p>
            <a:pPr>
              <a:spcBef>
                <a:spcPts val="1400"/>
              </a:spcBef>
              <a:defRPr sz="2200">
                <a:solidFill>
                  <a:srgbClr val="94A3B8"/>
                </a:solidFill>
                <a:latin typeface="Arial"/>
              </a:defRPr>
            </a:pPr>
            <a:r>
              <a:t>Generated with Live Web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Generated by Trainable PowerPoint AI Studio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9728" cy="640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Arial"/>
              </a:defRPr>
            </a:pPr>
            <a:r>
              <a:t>Photosynthesis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Photosynthesis is the process by which green plants and certain other organisms transform light energy into chemical energy</a:t>
            </a:r>
          </a:p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Context: Photosynthesis is the process by which green plants and certain other organisms transform light energy into ch...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9728" cy="640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Arial"/>
              </a:defRPr>
            </a:pPr>
            <a:r>
              <a:t>Photosynthesis Interactive Diagram — ScienceABC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Photosynthesis Interactive Diagram A clickable chloroplast cross-section</a:t>
            </a:r>
          </a:p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Tap the thylakoid to step through the light reactions, or the stroma to walk the Calvin cycle</a:t>
            </a:r>
          </a:p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Inputs and outputs are tagged at every step.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9728" cy="640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Arial"/>
              </a:defRPr>
            </a:pPr>
            <a:r>
              <a:t>Photosynthesis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Learn about photosynthesis with a definition, diagram, and glossary</a:t>
            </a:r>
          </a:p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Discover the chemical reaction formula and explore the process.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9728" cy="640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Arial"/>
              </a:defRPr>
            </a:pPr>
            <a:r>
              <a:t>Photosynthesis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Photosynthesis occurs in two stages</a:t>
            </a:r>
          </a:p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During the second stage, the light-independent reactions use these products to capture and reduce carbon dioxide.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