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Modified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Test Presentation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Bullet A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Bullet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42%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Bullet C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Bullet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Col1-A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Col1-B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Col2-A</a:t>
            </a:r>
          </a:p>
          <a:p>
            <a:pPr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▪ Col2-B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