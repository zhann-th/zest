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Djflsd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Djflsd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djflsd.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Djflsd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djflsd.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