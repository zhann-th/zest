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Прискусственный Интеллект На 4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Прискусственный Интеллект На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прискусственный интеллект на 4.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Прискусственный Интеллект На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прискусственный интеллект на 4.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